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9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0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1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1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06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364d27cf-47c4-5732-ae78-a94aa0bae26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5066" y="182880"/>
            <a:ext cx="8861562" cy="516636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5532120"/>
            <a:ext cx="12191695" cy="1325880"/>
          </a:xfrm>
          <a:prstGeom prst="rect">
            <a:avLst/>
          </a:prstGeom>
          <a:solidFill>
            <a:srgbClr val="040C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532120"/>
            <a:ext cx="12191695" cy="32004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9728" y="5623560"/>
            <a:ext cx="41148" cy="868680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6032" y="5623560"/>
            <a:ext cx="116430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39FF14"/>
                </a:solidFill>
                <a:latin typeface="Lucida Console"/>
              </a:rPr>
              <a:t>TOP DOWN // BTCUSD // MENSAL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" y="5916168"/>
            <a:ext cx="1146017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>
                <a:solidFill>
                  <a:srgbClr val="F5FFF5"/>
                </a:solidFill>
                <a:latin typeface="Lucida Console"/>
              </a:rPr>
              <a:t>A ESTRUTURA MACRO AINDA MANDA NO JOGO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6032" y="6135624"/>
            <a:ext cx="10865815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10" b="0">
                <a:solidFill>
                  <a:srgbClr val="F5FFF5"/>
                </a:solidFill>
                <a:latin typeface="Lucida Console"/>
              </a:rPr>
              <a:t>No mensal, o Bitcoin segue acima da grande base histórica e preserva a leitura de tendência primária construtiva. O ponto central do gráfico é a faixa de equilíbrio criada depois da expansão de 2023–2024: a região próxima de 45 mil aparece como suporte macro, enquanto a zona entre 100 mil e 115 mil funciona como teto de oferta. Em outras palavras, o mercado continua grande, forte e direcional no horizonte maior, mas no curto prazo ainda trabalha abaixo de uma resistência importante.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23015" y="6446520"/>
            <a:ext cx="548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F5FFF5"/>
                </a:solidFill>
                <a:latin typeface="Lucida Console"/>
              </a:rPr>
              <a:t>1/7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79815" y="5623560"/>
            <a:ext cx="32918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F5FFF5"/>
                </a:solidFill>
                <a:latin typeface="Lucida Console"/>
              </a:rPr>
              <a:t>/// TOP DOWN // BTCUSD // MENSAL → 30 MINUTOS ///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06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554dabb2-f7da-5eab-b7c1-5c39398b22e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5066" y="182880"/>
            <a:ext cx="8861562" cy="516636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5532120"/>
            <a:ext cx="12191695" cy="1325880"/>
          </a:xfrm>
          <a:prstGeom prst="rect">
            <a:avLst/>
          </a:prstGeom>
          <a:solidFill>
            <a:srgbClr val="040C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532120"/>
            <a:ext cx="12191695" cy="32004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9728" y="5623560"/>
            <a:ext cx="41148" cy="868680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6032" y="5623560"/>
            <a:ext cx="116430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39FF14"/>
                </a:solidFill>
                <a:latin typeface="Lucida Console"/>
              </a:rPr>
              <a:t>TOP DOWN // BTCUSD // SEMANAL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" y="5916168"/>
            <a:ext cx="1146017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>
                <a:solidFill>
                  <a:srgbClr val="F5FFF5"/>
                </a:solidFill>
                <a:latin typeface="Lucida Console"/>
              </a:rPr>
              <a:t>CORREÇÃO MACRO, MAS SEM QUEBRA TOTAL DA ESTRUTURA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6032" y="6135624"/>
            <a:ext cx="10865815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10" b="0">
                <a:solidFill>
                  <a:srgbClr val="F5FFF5"/>
                </a:solidFill>
                <a:latin typeface="Lucida Console"/>
              </a:rPr>
              <a:t>No semanal, o preço perde força depois de trabalhar em áreas mais altas e entra em fase corretiva. A leitura aqui é de pullback dentro da estrutura maior: o mercado saiu da zona de oferta no topo, desceu para revisitar suportes intermediários e agora precisa mostrar defesa consistente para evitar continuação de baixa. Enquanto não recuperar as regiões superiores, o viés permanece de correção/reteste, com atenção redobrada à faixa de suporte entre 67 mil e 70 mil.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23015" y="6446520"/>
            <a:ext cx="548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F5FFF5"/>
                </a:solidFill>
                <a:latin typeface="Lucida Console"/>
              </a:rPr>
              <a:t>2/7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79815" y="5623560"/>
            <a:ext cx="32918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F5FFF5"/>
                </a:solidFill>
                <a:latin typeface="Lucida Console"/>
              </a:rPr>
              <a:t>/// TOP DOWN // BTCUSD // MENSAL → 30 MINUTOS ///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06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6f529a91-1ad6-51b5-a5ee-2a1b751407a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5066" y="182880"/>
            <a:ext cx="8861562" cy="516636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5532120"/>
            <a:ext cx="12191695" cy="1325880"/>
          </a:xfrm>
          <a:prstGeom prst="rect">
            <a:avLst/>
          </a:prstGeom>
          <a:solidFill>
            <a:srgbClr val="040C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532120"/>
            <a:ext cx="12191695" cy="32004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9728" y="5623560"/>
            <a:ext cx="41148" cy="868680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6032" y="5623560"/>
            <a:ext cx="116430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39FF14"/>
                </a:solidFill>
                <a:latin typeface="Lucida Console"/>
              </a:rPr>
              <a:t>TOP DOWN // BTCUSD // DIÁRIO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" y="5916168"/>
            <a:ext cx="1146017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>
                <a:solidFill>
                  <a:srgbClr val="F5FFF5"/>
                </a:solidFill>
                <a:latin typeface="Lucida Console"/>
              </a:rPr>
              <a:t>A BATALHA ENTRE REPIQUE E CONTINUIDADE DE BAIXA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6032" y="6135624"/>
            <a:ext cx="10865815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10" b="0">
                <a:solidFill>
                  <a:srgbClr val="F5FFF5"/>
                </a:solidFill>
                <a:latin typeface="Lucida Console"/>
              </a:rPr>
              <a:t>No diário, a estrutura ainda mostra topos e fundos pressionados para baixo após a queda mais forte. Houve uma tentativa de recuperação saindo da região de fundo e o preço voltou a negociar acima da faixa de 72–73 mil, mas ainda sem força suficiente para reverter completamente o quadro. A faixa de 88 mil segue como referência de resistência mais relevante, enquanto 72–73 mil é o primeiro suporte que sustenta a hipótese de recuperação técnica.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23015" y="6446520"/>
            <a:ext cx="548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F5FFF5"/>
                </a:solidFill>
                <a:latin typeface="Lucida Console"/>
              </a:rPr>
              <a:t>3/7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79815" y="5623560"/>
            <a:ext cx="32918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F5FFF5"/>
                </a:solidFill>
                <a:latin typeface="Lucida Console"/>
              </a:rPr>
              <a:t>/// TOP DOWN // BTCUSD // MENSAL → 30 MINUTOS ///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06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e8dd90e6-6314-54c1-b5a8-68543cb8146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5066" y="182880"/>
            <a:ext cx="8861562" cy="516636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5532120"/>
            <a:ext cx="12191695" cy="1325880"/>
          </a:xfrm>
          <a:prstGeom prst="rect">
            <a:avLst/>
          </a:prstGeom>
          <a:solidFill>
            <a:srgbClr val="040C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532120"/>
            <a:ext cx="12191695" cy="32004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9728" y="5623560"/>
            <a:ext cx="41148" cy="868680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6032" y="5623560"/>
            <a:ext cx="116430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39FF14"/>
                </a:solidFill>
                <a:latin typeface="Lucida Console"/>
              </a:rPr>
              <a:t>TOP DOWN // BTCUSD // 4 HORAS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" y="5916168"/>
            <a:ext cx="1146017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>
                <a:solidFill>
                  <a:srgbClr val="F5FFF5"/>
                </a:solidFill>
                <a:latin typeface="Lucida Console"/>
              </a:rPr>
              <a:t>O PREÇO PERDEU O PIVÔ E AGORA TENTA ESTABILIZAR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6032" y="6135624"/>
            <a:ext cx="10865815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10" b="0">
                <a:solidFill>
                  <a:srgbClr val="F5FFF5"/>
                </a:solidFill>
                <a:latin typeface="Lucida Console"/>
              </a:rPr>
              <a:t>No 4H, a leitura fica mais objetiva: o mercado perdeu níveis intermediários, falhou em sustentar o topo local e entrou em sequência de enfraquecimento. A perda da faixa de 80 mil transformou antigas zonas de equilíbrio em resistência, e o preço passou a negociar abaixo delas. Enquanto permanecer abaixo das regiões de 78 mil a 80 mil, o cenário favorece continuidade de correção; a única leitura mais positiva seria uma retomada com aceitação acima dessas áreas.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23015" y="6446520"/>
            <a:ext cx="548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F5FFF5"/>
                </a:solidFill>
                <a:latin typeface="Lucida Console"/>
              </a:rPr>
              <a:t>4/7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79815" y="5623560"/>
            <a:ext cx="32918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F5FFF5"/>
                </a:solidFill>
                <a:latin typeface="Lucida Console"/>
              </a:rPr>
              <a:t>/// TOP DOWN // BTCUSD // MENSAL → 30 MINUTOS ///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06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4173b12f-fa2c-51d4-b208-db2f78d22a3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5066" y="182880"/>
            <a:ext cx="8861562" cy="516636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5532120"/>
            <a:ext cx="12191695" cy="1325880"/>
          </a:xfrm>
          <a:prstGeom prst="rect">
            <a:avLst/>
          </a:prstGeom>
          <a:solidFill>
            <a:srgbClr val="040C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532120"/>
            <a:ext cx="12191695" cy="32004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9728" y="5623560"/>
            <a:ext cx="41148" cy="868680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6032" y="5623560"/>
            <a:ext cx="116430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39FF14"/>
                </a:solidFill>
                <a:latin typeface="Lucida Console"/>
              </a:rPr>
              <a:t>TOP DOWN // BTCUSD // 2 HORAS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" y="5916168"/>
            <a:ext cx="1146017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>
                <a:solidFill>
                  <a:srgbClr val="F5FFF5"/>
                </a:solidFill>
                <a:latin typeface="Lucida Console"/>
              </a:rPr>
              <a:t>ESCADA DE BAIXA E COMPRESSÃO PERTO DO FUNDO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6032" y="6135624"/>
            <a:ext cx="10865815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10" b="0">
                <a:solidFill>
                  <a:srgbClr val="F5FFF5"/>
                </a:solidFill>
                <a:latin typeface="Lucida Console"/>
              </a:rPr>
              <a:t>No 2H, fica claro o comportamento de lower highs e lower lows, com o preço escorregando em degraus e tentando formar base depois da última perna de baixa. A região de 76,5 mil a 77 mil virou o centro do equilíbrio de curtíssimo prazo, enquanto resistências acima de 78 mil e 80 mil precisam ser recuperadas para aliviar a pressão. Sem esse reclaim, qualquer repique tende a ser lido apenas como correção dentro do movimento descendente.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23015" y="6446520"/>
            <a:ext cx="548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F5FFF5"/>
                </a:solidFill>
                <a:latin typeface="Lucida Console"/>
              </a:rPr>
              <a:t>5/7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79815" y="5623560"/>
            <a:ext cx="32918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F5FFF5"/>
                </a:solidFill>
                <a:latin typeface="Lucida Console"/>
              </a:rPr>
              <a:t>/// TOP DOWN // BTCUSD // MENSAL → 30 MINUTOS ///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06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1ea269ea-28b7-5cd6-ac0e-32ef229568f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5066" y="182880"/>
            <a:ext cx="8861562" cy="516636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5532120"/>
            <a:ext cx="12191695" cy="1325880"/>
          </a:xfrm>
          <a:prstGeom prst="rect">
            <a:avLst/>
          </a:prstGeom>
          <a:solidFill>
            <a:srgbClr val="040C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532120"/>
            <a:ext cx="12191695" cy="32004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9728" y="5623560"/>
            <a:ext cx="41148" cy="868680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6032" y="5623560"/>
            <a:ext cx="116430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39FF14"/>
                </a:solidFill>
                <a:latin typeface="Lucida Console"/>
              </a:rPr>
              <a:t>TOP DOWN // BTCUSD // 1 HORA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" y="5916168"/>
            <a:ext cx="1146017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>
                <a:solidFill>
                  <a:srgbClr val="F5FFF5"/>
                </a:solidFill>
                <a:latin typeface="Lucida Console"/>
              </a:rPr>
              <a:t>FLUXO INTRADAY BAIXISTA COM REAÇÕES CADA VEZ MAIS CURTAS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6032" y="6135624"/>
            <a:ext cx="10865815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10" b="0">
                <a:solidFill>
                  <a:srgbClr val="F5FFF5"/>
                </a:solidFill>
                <a:latin typeface="Lucida Console"/>
              </a:rPr>
              <a:t>No 1H, o mercado mostra um fluxo vendedor mais evidente: impulsos de queda, repiques menores e perda progressiva de suporte. As linhas horizontais deixam claro que cada reação falha abaixo da anterior, reforçando a leitura de distribuição intradiária. A faixa de 76,7 mil a 77 mil é a área que precisa ser defendida no curto prazo; acima disso, as primeiras resistências ficam em 78,4 mil e 80 mil.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23015" y="6446520"/>
            <a:ext cx="548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F5FFF5"/>
                </a:solidFill>
                <a:latin typeface="Lucida Console"/>
              </a:rPr>
              <a:t>6/7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79815" y="5623560"/>
            <a:ext cx="32918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F5FFF5"/>
                </a:solidFill>
                <a:latin typeface="Lucida Console"/>
              </a:rPr>
              <a:t>/// TOP DOWN // BTCUSD // MENSAL → 30 MINUTOS ///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06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1a8fbff5-606b-5703-9b04-8ad4f3a9c27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5066" y="182880"/>
            <a:ext cx="8861562" cy="516636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5532120"/>
            <a:ext cx="12191695" cy="1325880"/>
          </a:xfrm>
          <a:prstGeom prst="rect">
            <a:avLst/>
          </a:prstGeom>
          <a:solidFill>
            <a:srgbClr val="040C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532120"/>
            <a:ext cx="12191695" cy="32004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9728" y="5623560"/>
            <a:ext cx="41148" cy="868680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6032" y="5623560"/>
            <a:ext cx="116430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39FF14"/>
                </a:solidFill>
                <a:latin typeface="Lucida Console"/>
              </a:rPr>
              <a:t>TOP DOWN // BTCUSD // 30 MINUTOS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" y="5916168"/>
            <a:ext cx="1146017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>
                <a:solidFill>
                  <a:srgbClr val="F5FFF5"/>
                </a:solidFill>
                <a:latin typeface="Lucida Console"/>
              </a:rPr>
              <a:t>A MICROESTRUTURA MOSTRA ONDE O GATILHO VAI NASCER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6032" y="6135624"/>
            <a:ext cx="10865815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10" b="0">
                <a:solidFill>
                  <a:srgbClr val="F5FFF5"/>
                </a:solidFill>
                <a:latin typeface="Lucida Console"/>
              </a:rPr>
              <a:t>No 30 minutos, enxergamos a parte mais fina do processo: depois da aceleração de baixa, o preço entra em compressão lateral perto do fundo. Isso sugere pausa, não reversão confirmada. Para o comprador, o sinal técnico mais limpo seria recuperar as resistências imediatas e construir aceitação acima delas; para o vendedor, a tese continua válida enquanto o preço seguir preso abaixo das zonas de reação e sem força para inverter a sequência recente.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23015" y="6446520"/>
            <a:ext cx="548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F5FFF5"/>
                </a:solidFill>
                <a:latin typeface="Lucida Console"/>
              </a:rPr>
              <a:t>7/7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79815" y="5623560"/>
            <a:ext cx="32918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F5FFF5"/>
                </a:solidFill>
                <a:latin typeface="Lucida Console"/>
              </a:rPr>
              <a:t>/// TOP DOWN // BTCUSD // MENSAL → 30 MINUTOS ///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